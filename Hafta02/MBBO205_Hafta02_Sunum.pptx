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44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bir YZ sunucusunu yönetebilmek için gereken beş temel beceriyi kuruyoruz.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 ve uygulama saatinin konu listesi.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tekrar. PATH görevinin kök neden raporlarından iyi örnekler okunabilir.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 saati. Her kavramı bir YZ iş yüküyle eşleştireceğiz.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PyTorch eğitimi bu dört görevin hepsine aynı anda ihtiyaç duyar: süreç, RAM ve VRAM, veri dosyaları, GPU sürücüsü.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Soldan sağa: her katman yalnızca bir altındakiyle konuşur. Sistem çağrısı, kullanıcı alanından çekirdeğe geçiş kapısıdır.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train.py yazdığınızda kabuk bir çocuk süreç oluşturur. Uzun eğitimlerde bu sürecin oturum kapanınca ölmemesi gerekir; tmux bunu çözer.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SIGKILL son çaredir: model kontrol noktası (checkpoint) yarım yazılabilir. Önce SIGTERM deneyin.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OOM killer'ın izi: dmesg veya journalctl -k içinde "Out of memory: Killed process". Öğrenciler Jupyter çekirdeği aniden öldüğünde bunu görecek.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kaba hesap 13. haftada yerel LLM seçerken kullanılacak. Etkinleştirmeler ve bağlam önbelleği ek bellek ister; formül alt sınırdır.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(UID 0) tüm izin denetimlerini atlar. Bu yüzden günlük çalışma normal kullanıcıyla yapılır.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rakam bir sınıf için: sahip, grup, diğerleri. 7 = 4+2+1. Dizinlerde x, dizine girme iznidir; x olmadan ls çalışsa bile cd çalışmaz.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chmod 777 en yaygın "çözümdür" ve neredeyse her zaman yanlıştır. Bu haftanın bozuk sistem görevi bunun tersini gösteriyor: SSH fazla açık izinleri reddeder.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Kural: sistem araçları apt ile, proje kütüphaneleri sanal ortama. Ubuntu 24.04 sistem Python'una pip ile kurmayı PEP 668 ile engeller; bunu 5. haftada göreceğiz.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haftada kendi model servisimizi bir systemd unit dosyasıyla çalıştıracağız.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anahtar bilgisayarınızdan asla çıkmaz. Parola ağda dolaşmaz; kaba kuvvet saldırılarına dayanıklıdır.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Uygulama saatine geçiş.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Herkes terminalini açsın. WSL kullananlar SSH'i kendi makinelerinde localhost üzerinden deneyecek.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usermod -aG: a harfi unutulursa kullanıcı diğer tüm gruplardan çıkarılır. Bu, sudo yetkisini kaybetmenin klasik yoludur.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satırda drwxrws--- görülmeli; s harfi setgid bitidir.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apt update paketleri güncellemez, yalnızca listeyi yeniler. Güncelleme apt upgrade ile yapılır.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htop'ta F6 ile sıralama, F9 ile sinyal gönderme yapılabilir. Son satır OOM olaylarını gösterir; büyük ihtimalle boş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kapandığında SIGHUP süreçleri öldürür; tmux oturumu terminalden bağımsız yaşadığı için döngü devam eder. 11. haftada GPU eğitimini tmux içinde yapacağız.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Güncel Ubuntu WSL imajlarında systemd açıktır. Kapalıysa wsl.conf ayarı ve wsl --shutdown gerekir.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Okul lab sunucusu verildiğinde HostName onun adresi olur. WSL kullananlar bu hafta localhost ile çalışır; 4. haftada bulut VM'e aynı yöntemle bağlanacağız.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bash -s betiği standart girdiden okur; betik sunucuya kopyalanmadan orada çalışır. Teslim servis_raporu.txt dosyasıdır.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Çözüm: chmod 700 ~/.ssh; chmod 600 ~/.ssh/authorized_keys ~/.ssh/id_ed25519. Kök neden: sshd StrictModes ayarı başkalarının yazabildiği anahtar dizinini güvensiz sayar. Ders: fazla izin de bir hatadır.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Rapor ve kök neden şablonu hafta01 ile aynı.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veriye geçiyoruz; ilk veri seti bir web sunucusu günlüğü.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OKAN ÜNİVERSİTESİ · MESLEK YÜKSEKOKULU · 2026–2027 GÜZ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382639"/>
            <a:ext cx="113284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870299"/>
            <a:ext cx="11328400" cy="797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sistem yönetimi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766840"/>
            <a:ext cx="11328400" cy="38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sistemi, süreçler, izinler, paketler, servisler ve SSH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461099"/>
            <a:ext cx="113284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Hasan Oğuz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5796359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2 gündemi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2737743"/>
          </a:xfrm>
          <a:prstGeom prst="roundRect">
            <a:avLst>
              <a:gd name="adj" fmla="val 371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117600" y="2108101"/>
            <a:ext cx="505714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DERS SAATİ · TEORİ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2466181"/>
            <a:ext cx="50571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YZ'yi nasıl taşır?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2897981"/>
            <a:ext cx="4781296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sisteminin katmanları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Süreç, bellek ve OOM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 ve izin modeli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Paketler, servisler, SSH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72200" y="1803301"/>
            <a:ext cx="5207000" cy="2737743"/>
          </a:xfrm>
          <a:prstGeom prst="roundRect">
            <a:avLst>
              <a:gd name="adj" fmla="val 371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6477000" y="2108101"/>
            <a:ext cx="505714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DERS SAATİ · UYGULAMA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77000" y="2466181"/>
            <a:ext cx="50571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Sunucuyu yönetmek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77000" y="2897981"/>
            <a:ext cx="4781296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Kullanıcı, grup, chmod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apt, ps, kill, tmux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ve journalctl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SSH anahtarı + bozuk izinler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cümlede Hafta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Kavramlar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2976134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⊃ ML ⊃ DL; makine öğrenmesi kuralı veriden çıkarır.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665067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Dizin yapısı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şey / kökünden dallanır; /home, /etc, /usr, /var, /proc.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238034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PATH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73821"/>
            <a:ext cx="2976237" cy="89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Kabuk komutları PATH'teki dizinlerde arar; tam yol her zaman çalışır.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567980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TEORİ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3020020"/>
            <a:ext cx="11328400" cy="85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 YZ'yi nasıl taşır?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969941"/>
            <a:ext cx="1132840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Süreç, bellek, dosya, kullanıcı ve servis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İŞLETİM SİSTEMİ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Çekirdeğin dört temel görevi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yönetimi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program ne zaman, hangi çekirdekte çalışır?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803301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516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yönetimi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51600" y="2473821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sürece yalıtılmış bir sanal adres alanı verir.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12800" y="3190974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1092200" y="3470374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sistemi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92200" y="3861495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diskte adlandırır, korur, izinleri denetler.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72200" y="3190974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451600" y="3470374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Aygıt ve ağ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51600" y="3861495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disk ve ağ kartını sürücüler aracılığıyla sunar.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İŞLETİM SİSTEMİ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Katmanlar: Python kodunuzdan donanıma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3256"/>
            <a:ext cx="1788120" cy="1334691"/>
          </a:xfrm>
          <a:prstGeom prst="roundRect">
            <a:avLst>
              <a:gd name="adj" fmla="val 761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990600" y="2126456"/>
            <a:ext cx="157577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2482056"/>
            <a:ext cx="157577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814737"/>
            <a:ext cx="1575772" cy="276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train.py, Jupyter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77120" y="2489002"/>
            <a:ext cx="254000" cy="2032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007320" y="1803301"/>
            <a:ext cx="1788120" cy="1574701"/>
          </a:xfrm>
          <a:prstGeom prst="roundRect">
            <a:avLst>
              <a:gd name="adj" fmla="val 645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3185120" y="2006501"/>
            <a:ext cx="157577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85120" y="2362101"/>
            <a:ext cx="157577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85120" y="2694781"/>
            <a:ext cx="1489821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NumPy, glibc, CUDA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71641" y="2489002"/>
            <a:ext cx="254000" cy="2032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201841" y="1803301"/>
            <a:ext cx="1788120" cy="1574701"/>
          </a:xfrm>
          <a:prstGeom prst="roundRect">
            <a:avLst>
              <a:gd name="adj" fmla="val 645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5379641" y="2006501"/>
            <a:ext cx="157577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79641" y="2362101"/>
            <a:ext cx="157577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çağrısı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79641" y="2694781"/>
            <a:ext cx="1489821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read, mmap, fork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66161" y="2489002"/>
            <a:ext cx="254000" cy="2032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7396361" y="1803301"/>
            <a:ext cx="1788120" cy="1574701"/>
          </a:xfrm>
          <a:prstGeom prst="roundRect">
            <a:avLst>
              <a:gd name="adj" fmla="val 645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7574161" y="2006501"/>
            <a:ext cx="157577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74161" y="2362101"/>
            <a:ext cx="157577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74161" y="2694781"/>
            <a:ext cx="1489821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zamanlayıcı, bellek, sürücüler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260681" y="2489002"/>
            <a:ext cx="254000" cy="2032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9590881" y="1803301"/>
            <a:ext cx="1788120" cy="1574701"/>
          </a:xfrm>
          <a:prstGeom prst="roundRect">
            <a:avLst>
              <a:gd name="adj" fmla="val 6452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9768681" y="2006501"/>
            <a:ext cx="1575772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68681" y="2362101"/>
            <a:ext cx="157577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68681" y="2694781"/>
            <a:ext cx="1489821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GPU, disk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3632002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alanı (1–2) çekirdeğe yalnızca sistem çağrılarıyla (3) erişir; bu sınır güvenliğin temelidir.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Çalışan her program bir süreçtir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2976134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sürecin benzersiz numarası; ps ve top ile görülür.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665067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Ebeveyn–çocuk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Kabuk fork ile kopyalanır, exec ile yeni programı yükler.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238034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Durumlar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Çalışıyor (R), uyuyor (S), durdu (T), zombi (Z).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2800" y="3476327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1092200" y="3755727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Sinyaller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92200" y="4146848"/>
            <a:ext cx="2976134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Süreçlere gönderilen kısa mesajlar: durdur, sonlandır, öldür.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85667" y="3476327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4665067" y="3755727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plan / arka plan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5067" y="4146848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sonuna &amp; eklemek süreci arka plana atar.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58634" y="3476327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8238034" y="3755727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kullanımı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38034" y="4146848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yüzdesi, bellek (RSS), açık dosyalar.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sık kullanılan sinyaller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7901"/>
          <a:ext cx="10566401" cy="2309021"/>
        </p:xfrm>
        <a:graphic>
          <a:graphicData uri="http://schemas.openxmlformats.org/drawingml/2006/table">
            <a:tbl>
              <a:tblPr/>
              <a:tblGrid>
                <a:gridCol w="1901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2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Sinyal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Nasıl gönderilir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Etkisi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Ctrl+C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Kibar kesme; program yakalayıp temizlik yapabilir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SIGTERM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PID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Sonlanma isteği; varsayılan sinyal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SIGKILL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-9 PID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Zorla öldürme; yakalanamaz, temizlik yapılamaz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SIGTSTP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Ctrl+Z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Duraklatır; fg veya bg ile devam eder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SIGHUP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kapanınca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Oturuma bağlı süreçleri sonlandırır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318695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SIGTERM, sonra gerekirse SIGKILL: eğitim betikleri SIGTERM gelince kontrol noktası kaydedecek şekilde yazılmalıdır.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Sanal bellek ve OOM killer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Sanal bellek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2976134" cy="89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süreç kendini tüm belleğin sahibi sanır; çekirdek sayfaları fiziksel RAM'e eşler.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665067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dolunca sayfalar diske taşınır; çalışır ama çok yavaşlar.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238034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killer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73821"/>
            <a:ext cx="2976237" cy="89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tükenince çekirdek en çok bellek kullanan süreci SIGKILL ile sonlandırır.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3863280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Belirti: eğitim hiçbir hata mesajı vermeden "Killed" yazıp kapanır. Teşhis: sudo dmesg | grep -i oom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model belleğe sığar mı?</a:t>
            </a:r>
            <a:endParaRPr lang="en-US" sz="3200" dirty="0"/>
          </a:p>
        </p:txBody>
      </p:sp>
      <p:pic>
        <p:nvPicPr>
          <p:cNvPr id="4" name="Image 0" descr="formü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40" y="2630587"/>
            <a:ext cx="6308320" cy="87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18400" y="1803301"/>
            <a:ext cx="42468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parametre sayısı, </a:t>
            </a: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parametre başına bayt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7518400" y="2266454"/>
            <a:ext cx="42468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fp32: 4 B · fp16/bf16: 2 B · int8: 1 B · int4: 0,5 B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518400" y="2729607"/>
            <a:ext cx="4015232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milyar parametreli model: fp16'da ≈ 14 GB, int4'te ≈ 3,5 GB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518400" y="3478113"/>
            <a:ext cx="4015232" cy="89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ile tam hassasiyetli eğitimde parametre başına ≈ 16 B gerekir (ağırlık, gradyan, iki moment)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44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dosyanın bir sahibi, bir grubu ve bir de "diğerleri" vardır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47441"/>
            <a:ext cx="3420467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92200" y="202684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(u)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17961"/>
            <a:ext cx="3147834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Dosyanın sahibi; UID ile tanımlanır.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74744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665067" y="202684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(g)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1796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projede çalışanlar; ör. ai-lab grubu.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747441"/>
            <a:ext cx="3420566" cy="1520627"/>
          </a:xfrm>
          <a:prstGeom prst="roundRect">
            <a:avLst>
              <a:gd name="adj" fmla="val 668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238034" y="202684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Diğerleri (o)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17961"/>
            <a:ext cx="3147943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Sistemdeki geri kalan herkes.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3522067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(UID 0) tüm denetimleri atlar; günlük iş normal kullanıcıyla, yönetim işleri sudo ile yapılır.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İZİNLER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İzinler üç rakamla yazılır</a:t>
            </a:r>
            <a:endParaRPr lang="en-US" sz="3200" dirty="0"/>
          </a:p>
        </p:txBody>
      </p:sp>
      <p:pic>
        <p:nvPicPr>
          <p:cNvPr id="4" name="Image 0" descr="formü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74" y="2183507"/>
            <a:ext cx="5695651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83400" y="1803301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okuma (4) · </a:t>
            </a: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yazma (2) · </a:t>
            </a: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çalıştırma / dizine girme (1)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6883400" y="2266454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rwx r-x r-x · betikler, dizinler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6883400" y="2729607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rw- r-- r-- · normal dosyalar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6883400" y="3192760"/>
            <a:ext cx="494538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/ 600</a:t>
            </a: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~/.ssh ve özel anahtarlar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az yetki ilkesi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3147834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2976134" cy="89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komutu root yetkisiyle çalıştırır; her kullanım günlüğe yazılır.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665067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tabanlı paylaşım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5067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dizinini 777 yapmak yerine bir gruba 770 verin.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805980"/>
          </a:xfrm>
          <a:prstGeom prst="roundRect">
            <a:avLst>
              <a:gd name="adj" fmla="val 5626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238034" y="2082701"/>
            <a:ext cx="3147943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kullanıcıları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38034" y="2473821"/>
            <a:ext cx="2976237" cy="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ve web servisleri kendi kısıtlı kullanıcılarıyla çalışır.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3863280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"chmod 777" bir çözüm değil, sorunun ertelenmesidir.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neyi kurar?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7901"/>
          <a:ext cx="10566400" cy="914400"/>
        </p:xfrm>
        <a:graphic>
          <a:graphicData uri="http://schemas.openxmlformats.org/drawingml/2006/table">
            <a:tbl>
              <a:tblPr/>
              <a:tblGrid>
                <a:gridCol w="1901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Neyi yönetir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paketleri (Ubuntu depoları)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apt install htop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paketleri (PyPI)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numpy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 Python ortamı + paket yöneticisi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pip install pandas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derlenmiş kütüphaneler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conda install pytorch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ortamı bir imajda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pull postgres (hafta 8)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110" marR="118110" marT="68898" marB="6889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318695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sistem araçları apt ile, proje kütüphaneleri bir sanal ortama (hafta 5).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SERVİSLER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Arka planda sürekli çalışan programlar: systemd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922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(daemon)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473821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sunucusu, veritabanı, model API'si, Jupyter.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803301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51600" y="2082701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51600" y="2473821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Açılışta servisleri başlatır, çökerse yeniden başlatır.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12800" y="3190974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1092200" y="3470374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dosyası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92200" y="3861495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/etc/systemd/system/*.service: nasıl çalışacağının tarifi.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72200" y="3190974"/>
            <a:ext cx="5207000" cy="1235273"/>
          </a:xfrm>
          <a:prstGeom prst="roundRect">
            <a:avLst>
              <a:gd name="adj" fmla="val 822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451600" y="3470374"/>
            <a:ext cx="5113020" cy="33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51600" y="3861495"/>
            <a:ext cx="511302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servis günlükleri tek yerde: journalctl.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Parolasız ve güvenli giriş: anahtar çifti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2336800" cy="1574701"/>
          </a:xfrm>
          <a:prstGeom prst="roundRect">
            <a:avLst>
              <a:gd name="adj" fmla="val 645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990600" y="2006501"/>
            <a:ext cx="21793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2362101"/>
            <a:ext cx="217932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üret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694781"/>
            <a:ext cx="2060448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ssh-keygen: özel + açık anahtar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5800" y="2489002"/>
            <a:ext cx="254000" cy="2032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556000" y="1803301"/>
            <a:ext cx="2336800" cy="1574701"/>
          </a:xfrm>
          <a:prstGeom prst="roundRect">
            <a:avLst>
              <a:gd name="adj" fmla="val 645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3733800" y="2006501"/>
            <a:ext cx="21793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33800" y="2362101"/>
            <a:ext cx="217932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anahtarı ver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33800" y="2694781"/>
            <a:ext cx="2060448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Sunucuda ~/.ssh/authorized_keys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69000" y="2489002"/>
            <a:ext cx="254000" cy="2032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299200" y="1803301"/>
            <a:ext cx="2336800" cy="1574701"/>
          </a:xfrm>
          <a:prstGeom prst="roundRect">
            <a:avLst>
              <a:gd name="adj" fmla="val 645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6477000" y="2006501"/>
            <a:ext cx="21793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77000" y="2362101"/>
            <a:ext cx="217932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İmzala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77000" y="2694781"/>
            <a:ext cx="2060448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özel anahtarla meydan okumayı imzalar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712200" y="2489002"/>
            <a:ext cx="254000" cy="2032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9042400" y="1803301"/>
            <a:ext cx="2336800" cy="1574701"/>
          </a:xfrm>
          <a:prstGeom prst="roundRect">
            <a:avLst>
              <a:gd name="adj" fmla="val 6452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9220200" y="2006501"/>
            <a:ext cx="217932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20200" y="2362101"/>
            <a:ext cx="217932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20200" y="2694781"/>
            <a:ext cx="2060448" cy="51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imzayı açık anahtarla doğrular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632002"/>
            <a:ext cx="11328400" cy="31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anahtar (id_ed25519) hiçbir yere kopyalanmaz, paylaşılmaz, Git'e girmez.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27082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TEORİ ÖZETİ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788940"/>
            <a:ext cx="11328400" cy="45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Her program bir süreçtir; sinyalle yönetilir, OOM ile ölebilir.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388320"/>
            <a:ext cx="11328400" cy="45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İzinler üç sınıf × üç bittir; en az yetki ilkesi geçerlidir.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987701"/>
            <a:ext cx="11328400" cy="45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Servisleri systemd, uzak erişimi SSH anahtarı yönetir.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306439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UYGULAMA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758480"/>
            <a:ext cx="11328400" cy="85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Sunucuyu yönetmek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708400"/>
            <a:ext cx="1132840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Kullanıcılar, izinler, paketler, süreçler, servisler, SSH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231580"/>
            <a:ext cx="1132840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status ssh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VE GRUP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Paylaşımlı bir proje grubu kurun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Kim olduğunuzu ve gruplarınızı görün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Yeni bir kullanıcı ve ai-lab grubu oluşturun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Kullanıcıyı gruba ekleyin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Grubun üyelerini doğrulayın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971800"/>
          </a:xfrm>
          <a:prstGeom prst="roundRect">
            <a:avLst>
              <a:gd name="adj" fmla="val 34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whoami; id; groups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adduser deneme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groupadd ai-lab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usermod -aG ai-lab $USER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usermod -aG ai-lab deneme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getent group ai-lab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grup üyeliği yeni oturumda geçerli olur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2353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newgrp ai-lab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İZİNLER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 -l çıktısını okuyun ve değiştirin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İlk karakter: - dosya, d dizin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Sonraki dokuz karakter: sahip, grup, diğerleri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517136" cy="611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Paylaşımlı veri dizini: grup yazabilir, diğerleri hiçbir şey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43644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setgid (2) ile yeni dosyalar grubu miras alır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971800"/>
          </a:xfrm>
          <a:prstGeom prst="roundRect">
            <a:avLst>
              <a:gd name="adj" fmla="val 34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 -l ~/mbbo205/hafta01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-rwxr-xr-x 1 ogrenci ogrenci 812 env_report.sh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chmod 644 env_report.sh; ls -l env_report.sh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chmod u+x env_report.sh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mkdir -p /srv/veri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chgrp ai-lab /srv/veri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chmod 2770 /srv/veri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2353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 -ld /srv/veri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apt ile araç kurma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Paket listesini güncelleyin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Paketi arayın ve bilgisine bakın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Kurun; hangi dosyaları getirdiğini görün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Gerekmeyen paketi kaldırın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660650"/>
          </a:xfrm>
          <a:prstGeom prst="roundRect">
            <a:avLst>
              <a:gd name="adj" fmla="val 38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 update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apt search tmux | head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apt show htop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 install -y htop tmux tree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dpkg -L tmux | grep bin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which htop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 remove -y tree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Süreçleri izleyin ve sonlandırın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Arka planda uzun süren bir iş başlatın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Süreci ps ve pgrep ile bulun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htop ile CPU ve bellek kullanımını izleyin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Önce SIGTERM, gerekirse SIGKILL gönderin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971800"/>
          </a:xfrm>
          <a:prstGeom prst="roundRect">
            <a:avLst>
              <a:gd name="adj" fmla="val 34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sleep 600 &amp;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jobs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aux | grep sleep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pgrep -a sleep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htop            # q ile çık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kill %1         # SIGTERM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kill -9 &lt;PID&gt;   # son çare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2353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dmesg | grep -i oom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koptuğunda eğitim ölmesin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Adlandırılmış bir oturum başlatın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İçinde uzun bir iş çalıştırın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Oturumdan ayrılın (detach): Ctrl+b, sonra 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Terminali kapatıp geri bağlanın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660650"/>
          </a:xfrm>
          <a:prstGeom prst="roundRect">
            <a:avLst>
              <a:gd name="adj" fmla="val 38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tmux new -s egitim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i in $(seq 300); do date; sleep 1; done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Ctrl+b  d   -&gt; oturumdan ayrıl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tmux 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tmux attach -t egitim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Ctrl+b %  -&gt; dikey böl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Ctrl+b "  -&gt; yatay böl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SERVİSLER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sunucusunu servis olarak çalıştırın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OpenSSH sunucusunu kurun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Servisi başlatın ve açılışta etkinleştirin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Durumunu ve dinlediği portu doğrulayın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Günlüklerini okuyun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971800"/>
          </a:xfrm>
          <a:prstGeom prst="roundRect">
            <a:avLst>
              <a:gd name="adj" fmla="val 34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 install -y openssh-server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systemctl enable --now ssh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systemctl status ssh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systemctl is-active ssh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ss -tlnp | grep :22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journalctl -u ssh -n 20 --no-pager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WSL: systemd kapalıysa /etc/wsl.conf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2353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[boot] systemd=true  ve  wsl --shutdown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Anahtarla parolasız giriş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ed25519 anahtar çifti üretin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Açık anahtarı sunucuya kopyalayın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Parolasız bağlanın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Kısa ad için ~/.ssh/config yazın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3282950"/>
          </a:xfrm>
          <a:prstGeom prst="roundRect">
            <a:avLst>
              <a:gd name="adj" fmla="val 309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ssh-keygen -t ed25519 -C "ogrenci@okan"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 -l ~/.ssh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ssh-copy-id ogrenci@localhost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 ogrenci@localhost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~/.ssh/config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lab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HostName localhost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42353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User ogrenci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5465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 lab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GÖREVİ · 20 DK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Uzak servis durum raporu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Rapor betiğini yazın (sağda)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Betiği SSH üzerinden sunucuda çalıştırın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Çıktıyı yerel dosyaya kaydedin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Raporu okuyup yorumlayın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0" y="1803301"/>
            <a:ext cx="5969000" cy="2940050"/>
          </a:xfrm>
          <a:prstGeom prst="roundRect">
            <a:avLst>
              <a:gd name="adj" fmla="val 345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689600" y="205730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 &gt; rapor.sh &lt;&lt; 'EOF'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89600" y="233035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hostname; uptime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60340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is-active ssh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87645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-h | grep Mem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314950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 / | tail -1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42255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--sort=-%mem | head -5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69560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396865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 lab 'bash -s' &lt; rapor.sh &gt; servis_raporu.txt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241701"/>
            <a:ext cx="5951220" cy="28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 servis_raporu.txt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SİSTEM GÖREVİ · 15 DK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Anahtar doğru ama giriş reddediliyor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Belirti: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ssh lab tekrar parola soruyor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25286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ssh -v çıktısını okuyun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0242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sunucu günlüğüne bakın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5198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Düzeltme: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izinleri onarın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601541"/>
            <a:ext cx="477774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neden:</a:t>
            </a: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şablona 3–5 cümle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0" y="1803301"/>
            <a:ext cx="5969000" cy="2971800"/>
          </a:xfrm>
          <a:prstGeom prst="roundRect">
            <a:avLst>
              <a:gd name="adj" fmla="val 34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5689600" y="20573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 arkadaşınız "kolaylık olsun" diye: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9600" y="23684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chmod -R 777 ~/.ssh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89600" y="26796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 lab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89600" y="29907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ogrenci@localhost's password: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89600" y="33019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 -v lab 2&gt;&amp;1 | grep -i offer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89600" y="36130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5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journalctl -u ssh -n 5 --no-pager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89600" y="392420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 refused: bad ownership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89600" y="4235351"/>
            <a:ext cx="595122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modes for directory /home/ogrenci/.ssh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TESLİM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2 teslim listesi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6858000" cy="2008981"/>
          </a:xfrm>
          <a:prstGeom prst="roundRect">
            <a:avLst>
              <a:gd name="adj" fmla="val 505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57301"/>
            <a:ext cx="279400" cy="279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3200" y="20636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servis_raporu.txt</a:t>
            </a:r>
            <a:endParaRPr lang="en-US" sz="1500" dirty="0"/>
          </a:p>
        </p:txBody>
      </p:sp>
      <p:pic>
        <p:nvPicPr>
          <p:cNvPr id="7" name="Image 1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463701"/>
            <a:ext cx="279400" cy="279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73200" y="24700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KOK_NEDEN_RAPORU.md (SSH izinleri)</a:t>
            </a:r>
            <a:endParaRPr lang="en-US" sz="1500" dirty="0"/>
          </a:p>
        </p:txBody>
      </p:sp>
      <p:pic>
        <p:nvPicPr>
          <p:cNvPr id="9" name="Image 2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70101"/>
            <a:ext cx="279400" cy="279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73200" y="28764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/srv/veri için ls -ld çıktısı</a:t>
            </a:r>
            <a:endParaRPr lang="en-US" sz="1500" dirty="0"/>
          </a:p>
        </p:txBody>
      </p:sp>
      <p:pic>
        <p:nvPicPr>
          <p:cNvPr id="11" name="Image 3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276501"/>
            <a:ext cx="279400" cy="2794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73200" y="3282851"/>
            <a:ext cx="65379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AI_USAGE.md (kullandıysanız)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7823200" y="1803301"/>
            <a:ext cx="3556000" cy="2008981"/>
          </a:xfrm>
          <a:prstGeom prst="roundRect">
            <a:avLst>
              <a:gd name="adj" fmla="val 505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8"/>
          <p:cNvSpPr txBox="1"/>
          <p:nvPr/>
        </p:nvSpPr>
        <p:spPr>
          <a:xfrm>
            <a:off x="8077200" y="2057301"/>
            <a:ext cx="335280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teslim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8077200" y="2415381"/>
            <a:ext cx="33528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[Tarih, saat]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8077200" y="2897981"/>
            <a:ext cx="335280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yeri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077200" y="3256062"/>
            <a:ext cx="3352800" cy="347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[LMS / e-posta]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3: Bash betikleme ve komut satırında veri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2206923"/>
          </a:xfrm>
          <a:prstGeom prst="roundRect">
            <a:avLst>
              <a:gd name="adj" fmla="val 460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668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Konular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2417961"/>
            <a:ext cx="4886960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karmaşıklığı: O(n), O(n log n)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Bash: değişken, koşul, döngü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grep, sed, awk, jq, boru hattı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ile zamanlama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803301"/>
            <a:ext cx="5207000" cy="2206923"/>
          </a:xfrm>
          <a:prstGeom prst="roundRect">
            <a:avLst>
              <a:gd name="adj" fmla="val 460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262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26200" y="2417961"/>
            <a:ext cx="4886960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SSH kurulumunu tamamlayın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Awk kılavuzunun giriş bölümü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Semester: Shell Tools</a:t>
            </a:r>
            <a:endParaRPr lang="en-US" sz="1550" dirty="0"/>
          </a:p>
          <a:p>
            <a:pPr marL="190500" indent="-190500">
              <a:lnSpc>
                <a:spcPts val="2635"/>
              </a:lnSpc>
              <a:buSzPct val="100000"/>
              <a:buChar char="•"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access.log dosyasını Telegram'dan indirin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2699</Words>
  <Application>Microsoft Office PowerPoint</Application>
  <PresentationFormat>Geniş ekran</PresentationFormat>
  <Paragraphs>452</Paragraphs>
  <Slides>29</Slides>
  <Notes>29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İstanbul Okan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MBBO205 Hafta 2 – Linux sistem yönetimi</dc:title>
  <dc:subject>PptxGenJS Presentation</dc:subject>
  <dc:creator>Dr. Öğr. Üyesi Hasan Oğuz</dc:creator>
  <cp:lastModifiedBy>Hasan Oğuz</cp:lastModifiedBy>
  <cp:revision>2</cp:revision>
  <dcterms:created xsi:type="dcterms:W3CDTF">2026-09-30T11:21:55Z</dcterms:created>
  <dcterms:modified xsi:type="dcterms:W3CDTF">2026-10-12T09:05:58Z</dcterms:modified>
</cp:coreProperties>
</file>